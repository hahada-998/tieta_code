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19"/>
  </p:notesMasterIdLst>
  <p:sldIdLst>
    <p:sldId id="368" r:id="rId2"/>
    <p:sldId id="319" r:id="rId3"/>
    <p:sldId id="320" r:id="rId4"/>
    <p:sldId id="259" r:id="rId5"/>
    <p:sldId id="321" r:id="rId6"/>
    <p:sldId id="304" r:id="rId7"/>
    <p:sldId id="349" r:id="rId8"/>
    <p:sldId id="350" r:id="rId9"/>
    <p:sldId id="351" r:id="rId10"/>
    <p:sldId id="362" r:id="rId11"/>
    <p:sldId id="363" r:id="rId12"/>
    <p:sldId id="365" r:id="rId13"/>
    <p:sldId id="367" r:id="rId14"/>
    <p:sldId id="366" r:id="rId15"/>
    <p:sldId id="323" r:id="rId16"/>
    <p:sldId id="310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25C3"/>
    <a:srgbClr val="2F66C2"/>
    <a:srgbClr val="527BC6"/>
    <a:srgbClr val="4371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4660" autoAdjust="0"/>
  </p:normalViewPr>
  <p:slideViewPr>
    <p:cSldViewPr snapToGrid="0">
      <p:cViewPr varScale="1">
        <p:scale>
          <a:sx n="110" d="100"/>
          <a:sy n="110" d="100"/>
        </p:scale>
        <p:origin x="600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1A718-2EF3-4FEF-9652-7CA90B1F98E5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D5CC6-AEBA-41CD-B77A-6B05C9118B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619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5"/>
          <p:cNvSpPr>
            <a:spLocks noGrp="1" noChangeArrowheads="1"/>
          </p:cNvSpPr>
          <p:nvPr>
            <p:ph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>
            <a:lvl1pPr>
              <a:buFont typeface="Wingdings" panose="05000000000000000000" pitchFamily="2" charset="2"/>
              <a:buChar char="n"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974465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70798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秘密-节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10377940" y="6556681"/>
            <a:ext cx="1308820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33434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rtlCol="0" anchor="ctr"/>
          <a:lstStyle/>
          <a:p>
            <a:pPr algn="ctr"/>
            <a:endParaRPr lang="zh-CN" altLang="en-US" sz="1867" b="1" kern="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6286DD0E-0F20-4F4E-8533-FFE05262B0DD}"/>
              </a:ext>
            </a:extLst>
          </p:cNvPr>
          <p:cNvSpPr/>
          <p:nvPr userDrawn="1"/>
        </p:nvSpPr>
        <p:spPr>
          <a:xfrm>
            <a:off x="5049409" y="3361638"/>
            <a:ext cx="2095830" cy="441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267" dirty="0">
                <a:solidFill>
                  <a:srgbClr val="FFFFFF">
                    <a:lumMod val="8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2267" dirty="0">
              <a:solidFill>
                <a:srgbClr val="FFFFFF">
                  <a:lumMod val="8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="" xmlns:a16="http://schemas.microsoft.com/office/drawing/2014/main" id="{8971FE5F-7AB6-45F2-A091-D2F024694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1018" y="2372883"/>
            <a:ext cx="5049965" cy="8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8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3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CD1AF5E5-68C7-4D2C-B141-D4FA4E4A8D34}" type="datetimeFigureOut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2026/1/21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B461B6-EA5E-467A-B473-0F8E4EA2CBBE}" type="slidenum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085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1.pn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6959" y="6522753"/>
            <a:ext cx="12192001" cy="330200"/>
          </a:xfrm>
          <a:prstGeom prst="rect">
            <a:avLst/>
          </a:prstGeom>
        </p:spPr>
      </p:pic>
      <p:sp>
        <p:nvSpPr>
          <p:cNvPr id="1026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9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矩形 12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9255582" y="6547830"/>
            <a:ext cx="2249783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www.cloundnineinfo.com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6"/>
          <p:cNvSpPr txBox="1"/>
          <p:nvPr userDrawn="1"/>
        </p:nvSpPr>
        <p:spPr>
          <a:xfrm>
            <a:off x="11757051" y="6496216"/>
            <a:ext cx="39466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fld id="{A5BB97A9-7D72-4F8F-8BC5-4E547C3F4DC5}" type="slidenum">
              <a:rPr lang="en-GB" altLang="zh-CN" sz="1333" smtClean="0">
                <a:solidFill>
                  <a:srgbClr val="262626"/>
                </a:solidFill>
              </a:rPr>
              <a:pPr/>
              <a:t>‹#›</a:t>
            </a:fld>
            <a:endParaRPr lang="en-GB" altLang="zh-CN" sz="1333" dirty="0">
              <a:solidFill>
                <a:srgbClr val="262626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-4235" y="6523470"/>
            <a:ext cx="339595" cy="329484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1760629" y="6789374"/>
            <a:ext cx="394059" cy="62335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4691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67" b="1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457189" indent="-457189" algn="l" rtl="0" eaLnBrk="1" fontAlgn="base" hangingPunct="1">
        <a:lnSpc>
          <a:spcPct val="150000"/>
        </a:lnSpc>
        <a:spcBef>
          <a:spcPct val="0"/>
        </a:spcBef>
        <a:spcAft>
          <a:spcPct val="0"/>
        </a:spcAft>
        <a:defRPr sz="2400" b="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575" indent="-380990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2133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523962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8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2133547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60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74313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4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335271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6pPr>
      <a:lvl7pPr marL="396230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7pPr>
      <a:lvl8pPr marL="457188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8pPr>
      <a:lvl9pPr marL="5181470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VCG21gic15681475.jpg"/>
          <p:cNvPicPr>
            <a:picLocks noChangeAspect="1"/>
          </p:cNvPicPr>
          <p:nvPr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80009" cy="6858000"/>
          </a:xfrm>
          <a:prstGeom prst="rect">
            <a:avLst/>
          </a:prstGeom>
        </p:spPr>
      </p:pic>
      <p:sp>
        <p:nvSpPr>
          <p:cNvPr id="5" name="Rectangle 15"/>
          <p:cNvSpPr>
            <a:spLocks noChangeArrowheads="1"/>
          </p:cNvSpPr>
          <p:nvPr/>
        </p:nvSpPr>
        <p:spPr bwMode="auto">
          <a:xfrm>
            <a:off x="1441622" y="3621022"/>
            <a:ext cx="10750377" cy="1344181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518851" y="3507867"/>
            <a:ext cx="10349299" cy="203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定制化产品线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计算产品开发部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转正答辩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祝明杰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-2026/01/20</a:t>
            </a:r>
          </a:p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1292519" y="3620697"/>
            <a:ext cx="60959" cy="1344000"/>
          </a:xfrm>
          <a:prstGeom prst="rect">
            <a:avLst/>
          </a:prstGeom>
          <a:solidFill>
            <a:srgbClr val="C00000">
              <a:alpha val="73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7793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4430887" y="1388986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4371C8"/>
                </a:solidFill>
              </a:rPr>
              <a:t>个人介绍</a:t>
            </a:r>
            <a:endParaRPr lang="en-US" altLang="zh-CN" sz="2000" b="1" dirty="0">
              <a:solidFill>
                <a:srgbClr val="4371C8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430887" y="2206732"/>
            <a:ext cx="1292341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工作内容 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430887" y="3093512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未来规划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 rotWithShape="1">
          <a:blip r:embed="rId2"/>
          <a:srcRect l="20130" t="11098" r="11745" b="11474"/>
          <a:stretch/>
        </p:blipFill>
        <p:spPr>
          <a:xfrm>
            <a:off x="1619250" y="1519455"/>
            <a:ext cx="1628775" cy="187135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 rotWithShape="1">
          <a:blip r:embed="rId3"/>
          <a:srcRect l="13631" t="10525" r="15906" b="14465"/>
          <a:stretch/>
        </p:blipFill>
        <p:spPr>
          <a:xfrm>
            <a:off x="3850403" y="1623296"/>
            <a:ext cx="377056" cy="364892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403" y="2430587"/>
            <a:ext cx="377056" cy="377056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403" y="3317053"/>
            <a:ext cx="377056" cy="36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4434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4016149" y="2688026"/>
            <a:ext cx="4965629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   个人介绍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12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13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01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4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15" name="同心圆 14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7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73339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zh-CN" altLang="en-US" sz="2400" kern="1200" dirty="0">
                <a:solidFill>
                  <a:prstClr val="black"/>
                </a:solidFill>
                <a:latin typeface="微软雅黑"/>
                <a:ea typeface="微软雅黑"/>
              </a:rPr>
              <a:t>个人介绍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609810" y="1221829"/>
            <a:ext cx="11118364" cy="4484788"/>
          </a:xfrm>
        </p:spPr>
        <p:txBody>
          <a:bodyPr/>
          <a:lstStyle/>
          <a:p>
            <a:r>
              <a:rPr lang="zh-CN" altLang="en-US" sz="1600" kern="1200" dirty="0">
                <a:solidFill>
                  <a:prstClr val="black"/>
                </a:solidFill>
              </a:rPr>
              <a:t>姓名：祝明杰		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工号：</a:t>
            </a:r>
            <a:r>
              <a:rPr lang="en-US" altLang="zh-CN" sz="1600" kern="1200" dirty="0">
                <a:solidFill>
                  <a:prstClr val="black"/>
                </a:solidFill>
              </a:rPr>
              <a:t>02665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入职时间：</a:t>
            </a:r>
            <a:r>
              <a:rPr lang="en-US" altLang="zh-CN" sz="1600" kern="1200" dirty="0">
                <a:solidFill>
                  <a:prstClr val="black"/>
                </a:solidFill>
              </a:rPr>
              <a:t>2025/10/18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入职部门：定制化产品线</a:t>
            </a:r>
            <a:r>
              <a:rPr lang="en-US" altLang="zh-CN" sz="1600" kern="1200" dirty="0">
                <a:solidFill>
                  <a:prstClr val="black"/>
                </a:solidFill>
              </a:rPr>
              <a:t>/</a:t>
            </a:r>
            <a:r>
              <a:rPr lang="zh-CN" altLang="en-US" sz="1600" kern="1200" dirty="0">
                <a:solidFill>
                  <a:prstClr val="black"/>
                </a:solidFill>
              </a:rPr>
              <a:t>计算产品开发部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810" y="2751561"/>
            <a:ext cx="11118364" cy="2264851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个人优势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工作认真，勤奋努力，敢于尝试，认真请教同事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沟通能力较好，遇见难题主动想办法解决</a:t>
            </a:r>
          </a:p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个人劣势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没有大型项目的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逻辑架构设计经验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，逻辑开发经验不足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没有高速接口的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设计经验，且当前部门无相关逻辑公共模块和公共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endParaRPr lang="zh-CN" altLang="en-US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8824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3868103" y="2689526"/>
            <a:ext cx="391649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工作内容</a:t>
            </a: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02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091989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概述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6373" y="1180372"/>
            <a:ext cx="11979254" cy="4373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完成硬件工程师上岗考试，完成公司新人入职培训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了解部门定制化服务器和卡类相关知识，熟悉负责项目的基本业务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完成所属项目的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逻辑开发和维护工作：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参与开发与维护的项目：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服务器：东湖一号、欧康诺、龙芯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、希奥端、 铁塔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飞腾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卡类：异格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FPGA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加速卡（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X16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OCP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主要工作内容：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理解项目的硬件总体设计方案和硬件架构；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整理逻辑需求点和功能点，根据需求点完成逻辑总体方案；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配合硬件工程师完成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资源和逻辑资源的评估和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的选型；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完成逻辑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代码编写、仿真、调试；</a:t>
            </a:r>
            <a:endParaRPr kumimoji="0" lang="en-US" altLang="zh-CN" sz="16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35241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工作内容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梳理硬件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设计方案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pic>
        <p:nvPicPr>
          <p:cNvPr id="3" name="图片 2" descr="图示, 示意图&#10;&#10;AI 生成的内容可能不正确。">
            <a:extLst>
              <a:ext uri="{FF2B5EF4-FFF2-40B4-BE49-F238E27FC236}">
                <a16:creationId xmlns="" xmlns:a16="http://schemas.microsoft.com/office/drawing/2014/main" id="{071990E3-1218-34A2-BEFE-1F826A71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799" y="1740869"/>
            <a:ext cx="5829199" cy="4003717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7BECF130-A785-D356-EA8A-F3280894CAC1}"/>
              </a:ext>
            </a:extLst>
          </p:cNvPr>
          <p:cNvCxnSpPr>
            <a:cxnSpLocks/>
          </p:cNvCxnSpPr>
          <p:nvPr/>
        </p:nvCxnSpPr>
        <p:spPr>
          <a:xfrm>
            <a:off x="6259654" y="105210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0131B96-1067-AAC2-2D75-9FD20C3217AA}"/>
              </a:ext>
            </a:extLst>
          </p:cNvPr>
          <p:cNvSpPr/>
          <p:nvPr/>
        </p:nvSpPr>
        <p:spPr>
          <a:xfrm>
            <a:off x="34183" y="1346949"/>
            <a:ext cx="6207057" cy="4939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、计算存储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</a:t>
            </a:r>
            <a:r>
              <a:rPr lang="en-US" altLang="zh-CN" sz="1200" dirty="0"/>
              <a:t>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CPU0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均支持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个内存通道（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CHA-CHL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），对应独立的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、总线拓扑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0~3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0~2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间互联；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USB2.0/3.0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通过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或连接芯片连接网卡、显卡、存储器、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等外部高速设备以及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间的控制类信息交互。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I3C (BMC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DDR5 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I2C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TPM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芯片、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BIOS_FLASH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UART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JTAG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、时钟复位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AUS615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P0/P1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、部分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使用；二级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CLK_DB2000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SYS_RESET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PCIE_RST_N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RSMRST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200" dirty="0" smtClean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（由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协同管理，结合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、电源和监控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辅电供电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核心供电；硬件状态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监控；（</a:t>
            </a:r>
            <a:r>
              <a:rPr lang="en-US" altLang="zh-CN" sz="1200" dirty="0" err="1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强相关，结合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分析）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503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例：东湖一号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24995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0A3AE70-9581-A6CE-FB57-D606A42AA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025E29C-3DB3-4716-0C1D-D211000B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生成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逻辑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方案设计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249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51869E89-D624-D4A4-243B-3799A8F546CB}"/>
              </a:ext>
            </a:extLst>
          </p:cNvPr>
          <p:cNvCxnSpPr>
            <a:cxnSpLocks/>
          </p:cNvCxnSpPr>
          <p:nvPr/>
        </p:nvCxnSpPr>
        <p:spPr>
          <a:xfrm>
            <a:off x="4118852" y="110119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7A52783-686B-AA09-B339-0D77F83E901E}"/>
              </a:ext>
            </a:extLst>
          </p:cNvPr>
          <p:cNvSpPr/>
          <p:nvPr/>
        </p:nvSpPr>
        <p:spPr>
          <a:xfrm>
            <a:off x="73184" y="1605471"/>
            <a:ext cx="2884718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、电源时序控制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、电源状态监测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、硬件故障监控与检测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、芯片的通信交互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、按钮控制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、风扇控制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、指示灯控制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在线升级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="" xmlns:a16="http://schemas.microsoft.com/office/drawing/2014/main" id="{95028011-DBC2-C3EA-C248-CED458F0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40" y="1000312"/>
            <a:ext cx="7491101" cy="552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82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470C7D-3446-8BFD-D29C-E5CB501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60CB0C96-0DF0-A989-5C0A-E938908FA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熟悉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3F612B68-85B8-D7DF-6FDF-9FA88DD78519}"/>
              </a:ext>
            </a:extLst>
          </p:cNvPr>
          <p:cNvCxnSpPr>
            <a:cxnSpLocks/>
          </p:cNvCxnSpPr>
          <p:nvPr/>
        </p:nvCxnSpPr>
        <p:spPr>
          <a:xfrm>
            <a:off x="5553270" y="105674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图片 8">
            <a:extLst>
              <a:ext uri="{FF2B5EF4-FFF2-40B4-BE49-F238E27FC236}">
                <a16:creationId xmlns="" xmlns:a16="http://schemas.microsoft.com/office/drawing/2014/main" id="{B0EB4A4D-84ED-949C-02A8-C65834402C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24" y="5379509"/>
            <a:ext cx="2994862" cy="108762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="" xmlns:a16="http://schemas.microsoft.com/office/drawing/2014/main" id="{55DDFED4-781E-9C16-ABE1-1F823FA2EE35}"/>
              </a:ext>
            </a:extLst>
          </p:cNvPr>
          <p:cNvSpPr/>
          <p:nvPr/>
        </p:nvSpPr>
        <p:spPr>
          <a:xfrm>
            <a:off x="5181599" y="1050691"/>
            <a:ext cx="6860147" cy="5888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、各电源状态机上电使能条件：上电阶段电源吴故障，延时后依次上电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各电源下电使能条件：任一电源故障触发下电，延时后依次下电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、蓝色状态控制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GroupA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GroupB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复位状态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(0x00)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RTC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(0x01)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南桥复位保持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(0x02)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CPU3.3V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(0x03)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CPU1.8V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(0x04)→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(0x05)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释放南桥复位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(0x06) →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S5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设备上电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(0x07)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待机就绪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(0x08)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、深绿色状态控制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GroupC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主电源模块使能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(0x09)→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遥测功能开启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0x10)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EFUSE12V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0x11)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0x12)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CPU1.1V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0x13)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、浅绿色状态控制 </a:t>
            </a:r>
            <a:r>
              <a:rPr lang="en-US" altLang="zh-CN" sz="1200" dirty="0" err="1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GroupD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92D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CPU_AUDIO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0x14)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CPU_SOC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0x15)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CPU_CORE0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0x16)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CPU_CORE1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0x17)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PWR_GOOD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(0x18)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等待电源稳定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0x19)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、橙色是故障触发下电流程</a:t>
            </a:r>
            <a:endParaRPr lang="en-US" altLang="zh-CN" sz="1200" dirty="0">
              <a:solidFill>
                <a:srgbClr val="FFC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系统稳定运行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(0x20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SM_STEADY_PWROK) 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PWR_GOOD(0x21)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CPU_CORE1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(0x22)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(0x23)→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CPU_SOC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(0x24)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(0x25)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CPU_VDD_1.1V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(0x26) </a:t>
            </a:r>
            <a:r>
              <a:rPr lang="en-US" altLang="zh-CN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 err="1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0x27)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zh-CN" altLang="en-US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(0x28) → S5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设备下电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(0x2B)→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待机状态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SM_OFF_STANDBY)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="" xmlns:a16="http://schemas.microsoft.com/office/drawing/2014/main" id="{1AE1DFCD-1015-3C95-9646-7FC96E549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91" y="1336888"/>
            <a:ext cx="4761197" cy="398495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5674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电源上下电（集总）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836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2857366-A2DB-824A-4A7A-8A567416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47A6696-938F-F67A-BBEE-C75173CF36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欧康诺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0F6A4A75-C2EE-20C3-81C0-5D6D016275CF}"/>
              </a:ext>
            </a:extLst>
          </p:cNvPr>
          <p:cNvCxnSpPr>
            <a:cxnSpLocks/>
          </p:cNvCxnSpPr>
          <p:nvPr/>
        </p:nvCxnSpPr>
        <p:spPr>
          <a:xfrm>
            <a:off x="6333883" y="109677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="" xmlns:a16="http://schemas.microsoft.com/office/drawing/2014/main" id="{7A80F02A-C8A0-6123-33BC-4C338141368D}"/>
              </a:ext>
            </a:extLst>
          </p:cNvPr>
          <p:cNvSpPr/>
          <p:nvPr/>
        </p:nvSpPr>
        <p:spPr>
          <a:xfrm>
            <a:off x="365760" y="1492181"/>
            <a:ext cx="5934492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、特点：主电和辅电分模块控制：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：电源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时序的顶层控制模块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cpu_aux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的辅助电源上下电。</a:t>
            </a: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bnc_cpu_mem_seq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核心主电 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ddr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电源的上下电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、辅电状态跳转：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上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ERROR/TIMEOUT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、主电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状态跳转：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下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ST_PWROFF_TIMEOUT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（下电超时）→ 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进入错误态</a:t>
            </a:r>
          </a:p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="" xmlns:a16="http://schemas.microsoft.com/office/drawing/2014/main" id="{1D389CD6-E845-3DA2-3ADA-9C0BB0243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515" y="1030622"/>
            <a:ext cx="5856567" cy="5417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30623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电（分模块）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996078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14429"/>
              </p:ext>
            </p:extLst>
          </p:nvPr>
        </p:nvGraphicFramePr>
        <p:xfrm>
          <a:off x="527260" y="1490582"/>
          <a:ext cx="11418388" cy="491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东湖一号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电源上电故障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强制上电版本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对各组电源的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信号写死处理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PVCC_HPMOS_PG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信号未拉高，导致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非强制上电版本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组：某些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使能对应的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信号未接入逻辑（</a:t>
                      </a:r>
                      <a:r>
                        <a:rPr lang="en-US" altLang="zh-CN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db_i_pgd_c3</a:t>
                      </a:r>
                      <a:r>
                        <a:rPr lang="zh-CN" altLang="en-US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未接入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）上电状态跳转一般是逻辑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检测</a:t>
                      </a:r>
                      <a:r>
                        <a:rPr lang="en-US" altLang="zh-CN" sz="1400" baseline="0" dirty="0" smtClean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延时处理；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）上电异常时首先检查相关电源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信号对是否正确接入逻辑，避免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pwr_fault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模块监控到上电异常；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）必须严格遵循各组电源上电顺序，注意控制延时长度；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bmc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下发长按关机指令后，无法控制开机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cpu_wake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信号影响了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sleep s5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状态，导致逻辑状态机未正常跳转，影响再次开机；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wake#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信号不使用时逻辑应去掉或者写死为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，避免影响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button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开关机；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）定位问题时，若明确是上下电问题，且单元访问波形没问题时，需要在重要逻辑状态下设置寄存器或者抓包查看。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）定位时首先在哪个跳转分支上，再结合跳转条件分析问题。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东湖一号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长按按钮关机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当前代码未处理短按开关机，或者长按关机的逻辑（自动上电版本）；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解决方法两种：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）复用部门稳定的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pwrbtn_ctrl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）逻辑自己监控开关机标志来控制上下电状态机（例如：欧康诺项目上电完毕后会稳定在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SM_STEADY_PWROK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状态下，添加长按关机的触发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flag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，使其下电到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STANDBY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状态；）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827267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555329"/>
              </p:ext>
            </p:extLst>
          </p:nvPr>
        </p:nvGraphicFramePr>
        <p:xfrm>
          <a:off x="527260" y="1635121"/>
          <a:ext cx="1141838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63982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龙芯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3E6000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时序违例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）不影响功能使用，因为未使用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，系统时钟直接使用输入的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时钟；系统复位是在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时钟下打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拍使用；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时钟树使用了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生成的其他时钟系统未使用；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一般不会出现时序违例；出现时序违例有限检查自己例化的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是否设置出错；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）时钟尽量使用例化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产生的时钟；系统复位使用异步复位同步释放产生的信号，再同步打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5-10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拍输出作为系统复位；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）输入信号经过去抖稳定后再使用，防止误判；输出信号接入时序逻辑打拍后输出，增强驱动能力；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实现后，要关注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warning</a:t>
                      </a:r>
                      <a:r>
                        <a:rPr lang="zh-CN" altLang="en-US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至少要排除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和扇出多的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waring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l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先确定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assign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的组合逻辑是否是不确定值；再确定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always(*)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是否缺少必要分支；再确定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case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中是否确实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default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扇出多问题：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一般会出现在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复位身上，控制通路使用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，数据通路没必要使用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其他信号扇出高时，打拍复制使用；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）上下电编码逻辑最好使用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段状态机；所有信号和修改添加必要注释，便于维护；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278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— 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逻辑功能调试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687802"/>
              </p:ext>
            </p:extLst>
          </p:nvPr>
        </p:nvGraphicFramePr>
        <p:xfrm>
          <a:off x="527260" y="1601617"/>
          <a:ext cx="11418388" cy="385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18388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需求维护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出电源强制上电版本；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PWR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BTN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要产生长按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短按事件记录，同时也要支持消除记录，结合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寄存器一起修改；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带宽动态分配；逻辑检测每个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MCIO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的一组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cable_id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，建立映射规则写入寄存器，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根据读取的值进行分配；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、逻辑添加寄存器控制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DIMM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信号从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切换到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、拨码开关测试；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网卡上有通过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SGPIO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写入逻辑的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网卡状态信息；逻辑侧解析写入的数据进行点灯处理；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、顶层时钟时序错误，但是不影响；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时序错误的原因是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，不影响的原因是其接入了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时钟树，但是时钟树输出的时钟未使用；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卡顿；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下发开关机无反应，服务器不能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、遗漏问题：同一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版本，不同测试手中的开关机状态不同；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龙芯</a:t>
            </a: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	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85738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28507"/>
              </p:ext>
            </p:extLst>
          </p:nvPr>
        </p:nvGraphicFramePr>
        <p:xfrm>
          <a:off x="527260" y="1496061"/>
          <a:ext cx="11418388" cy="701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282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96239"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异格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FPGA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加速卡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DDR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读写误码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32359"/>
          <a:stretch/>
        </p:blipFill>
        <p:spPr>
          <a:xfrm>
            <a:off x="307270" y="2500709"/>
            <a:ext cx="5764146" cy="33805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84" y="2362200"/>
            <a:ext cx="565936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5595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4016149" y="2688026"/>
            <a:ext cx="482956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	</a:t>
            </a:r>
            <a:r>
              <a:rPr lang="zh-CN" altLang="en-US" sz="48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未来规划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04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48952" y="2539454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1" y="2870199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958015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defTabSz="1219080" fontAlgn="auto">
              <a:spcAft>
                <a:spcPts val="0"/>
              </a:spcAft>
              <a:defRPr/>
            </a:pPr>
            <a:r>
              <a:rPr lang="en-US" altLang="zh-CN" sz="2400" kern="0" dirty="0">
                <a:solidFill>
                  <a:srgbClr val="000000"/>
                </a:solidFill>
                <a:latin typeface="微软雅黑"/>
                <a:ea typeface="微软雅黑"/>
              </a:rPr>
              <a:t>5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、</a:t>
            </a:r>
            <a:r>
              <a:rPr lang="zh-CN" altLang="en-US" sz="2400" kern="0" dirty="0" smtClean="0">
                <a:solidFill>
                  <a:srgbClr val="000000"/>
                </a:solidFill>
                <a:latin typeface="微软雅黑"/>
                <a:ea typeface="微软雅黑"/>
              </a:rPr>
              <a:t>未来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2" name="矩形 1"/>
          <p:cNvSpPr/>
          <p:nvPr/>
        </p:nvSpPr>
        <p:spPr>
          <a:xfrm>
            <a:off x="940316" y="1066302"/>
            <a:ext cx="9316388" cy="31188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逻辑代码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的编码和调试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工作中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，首先要了解项目的整体硬件架构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和逻辑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功能需求；项目紧急时优先保证电源系统稳定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，然后再慢慢添加其他需求。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硬件知识和能力欠缺，动手实操的能力欠缺；后续希望有机会可以参与到硬件设计的工作上；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缺乏大型的逻辑总体设计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，逻辑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开发经验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不足，时序分析能力不足；高速接口例如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intelaken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646566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2885956" y="1479113"/>
            <a:ext cx="572464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欢迎各位专家指正</a:t>
            </a: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谢谢各位评委！</a:t>
            </a:r>
            <a:endParaRPr lang="zh-CN" altLang="en-US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89507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模板-Confidential 秘密">
  <a:themeElements>
    <a:clrScheme name="主题颜色-1">
      <a:dk1>
        <a:srgbClr val="262626"/>
      </a:dk1>
      <a:lt1>
        <a:srgbClr val="FFFFFF"/>
      </a:lt1>
      <a:dk2>
        <a:srgbClr val="262626"/>
      </a:dk2>
      <a:lt2>
        <a:srgbClr val="BFBFBF"/>
      </a:lt2>
      <a:accent1>
        <a:srgbClr val="2C4155"/>
      </a:accent1>
      <a:accent2>
        <a:srgbClr val="2290B3"/>
      </a:accent2>
      <a:accent3>
        <a:srgbClr val="6EADA7"/>
      </a:accent3>
      <a:accent4>
        <a:srgbClr val="ADB378"/>
      </a:accent4>
      <a:accent5>
        <a:srgbClr val="EB6161"/>
      </a:accent5>
      <a:accent6>
        <a:srgbClr val="CF7B0F"/>
      </a:accent6>
      <a:hlink>
        <a:srgbClr val="598486"/>
      </a:hlink>
      <a:folHlink>
        <a:srgbClr val="007272"/>
      </a:folHlink>
    </a:clrScheme>
    <a:fontScheme name="自定义设计方案">
      <a:majorFont>
        <a:latin typeface="Arial"/>
        <a:ea typeface="华文细黑"/>
        <a:cs typeface=""/>
      </a:majorFont>
      <a:minorFont>
        <a:latin typeface="华文中宋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688B6"/>
        </a:solidFill>
        <a:ln w="12700" cap="flat" cmpd="sng" algn="ctr">
          <a:noFill/>
          <a:prstDash val="dash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1" i="0" u="none" strike="noStrike" kern="0" cap="none" spc="0" normalizeH="0" baseline="0" noProof="0">
            <a:ln>
              <a:noFill/>
            </a:ln>
            <a:effectLst/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cs typeface="+mn-cs"/>
          </a:defRPr>
        </a:defPPr>
      </a:lstStyle>
    </a:spDef>
  </a:objectDefaults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91333</TotalTime>
  <Words>2067</Words>
  <Application>Microsoft Office PowerPoint</Application>
  <PresentationFormat>宽屏</PresentationFormat>
  <Paragraphs>179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华文细黑</vt:lpstr>
      <vt:lpstr>华文中宋</vt:lpstr>
      <vt:lpstr>宋体</vt:lpstr>
      <vt:lpstr>微软雅黑</vt:lpstr>
      <vt:lpstr>Arial</vt:lpstr>
      <vt:lpstr>Calibri</vt:lpstr>
      <vt:lpstr>Wingdings</vt:lpstr>
      <vt:lpstr>模板-Confidential 秘密</vt:lpstr>
      <vt:lpstr>PowerPoint 演示文稿</vt:lpstr>
      <vt:lpstr>PowerPoint 演示文稿</vt:lpstr>
      <vt:lpstr>PowerPoint 演示文稿</vt:lpstr>
      <vt:lpstr>个人介绍</vt:lpstr>
      <vt:lpstr>PowerPoint 演示文稿</vt:lpstr>
      <vt:lpstr>工作内容 — 概述</vt:lpstr>
      <vt:lpstr>工作内容1 — 梳理硬件设计方案</vt:lpstr>
      <vt:lpstr>工作内容2 —生成逻辑方案设计</vt:lpstr>
      <vt:lpstr>工作内容3 —熟悉电源上下电方案</vt:lpstr>
      <vt:lpstr>工作内容2 —欧康诺电源上下电方案</vt:lpstr>
      <vt:lpstr>工作内容3 — 逻辑功能调试</vt:lpstr>
      <vt:lpstr>工作内容3 — 逻辑功能调试</vt:lpstr>
      <vt:lpstr>工作内容3 — 逻辑功能调试</vt:lpstr>
      <vt:lpstr>工作内容3 — 逻辑功能调试</vt:lpstr>
      <vt:lpstr>PowerPoint 演示文稿</vt:lpstr>
      <vt:lpstr>5、未来规划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yangsiyuan</dc:creator>
  <cp:lastModifiedBy>zhumingjie 02665</cp:lastModifiedBy>
  <cp:revision>329</cp:revision>
  <dcterms:created xsi:type="dcterms:W3CDTF">2021-08-24T02:59:46Z</dcterms:created>
  <dcterms:modified xsi:type="dcterms:W3CDTF">2026-01-22T01:00:06Z</dcterms:modified>
</cp:coreProperties>
</file>